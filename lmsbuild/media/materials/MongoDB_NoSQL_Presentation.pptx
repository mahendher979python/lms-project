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MongoDB (NoSQL Database)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MongoDB is a document-based NoSQL database.</a:t>
            </a:r>
          </a:p>
          <a:p>
            <a:r>
              <a:t>Stores data in JSON-like format.</a:t>
            </a:r>
          </a:p>
        </p:txBody>
      </p:sp>
      <p:pic>
        <p:nvPicPr>
          <p:cNvPr id="4" name="Picture 3" descr="mongo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Schema-less</a:t>
            </a:r>
          </a:p>
          <a:p>
            <a:r>
              <a:t>High Performance</a:t>
            </a:r>
          </a:p>
          <a:p>
            <a:r>
              <a:t>Scalable</a:t>
            </a:r>
          </a:p>
          <a:p>
            <a:r>
              <a:t>Document Oriented</a:t>
            </a:r>
          </a:p>
        </p:txBody>
      </p:sp>
      <p:pic>
        <p:nvPicPr>
          <p:cNvPr id="4" name="Picture 3" descr="mongo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MongoDB?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Flexible data model</a:t>
            </a:r>
          </a:p>
          <a:p>
            <a:r>
              <a:t>Fast development</a:t>
            </a:r>
          </a:p>
          <a:p>
            <a:r>
              <a:t>Big data support</a:t>
            </a:r>
          </a:p>
        </p:txBody>
      </p:sp>
      <p:pic>
        <p:nvPicPr>
          <p:cNvPr id="4" name="Picture 3" descr="mongo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It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Apps</a:t>
            </a:r>
          </a:p>
          <a:p>
            <a:r>
              <a:t>Mobile Apps</a:t>
            </a:r>
          </a:p>
          <a:p>
            <a:r>
              <a:t>Real-time Systems</a:t>
            </a:r>
          </a:p>
          <a:p>
            <a:r>
              <a:t>E-commerce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 "name":"Mahendher", "skill":"Python", "db":"MongoDB"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by B. Mahendher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