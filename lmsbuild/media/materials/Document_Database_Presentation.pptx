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15"/>
    <p:sldId id="266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72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 to Document-Oriented NoSQL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Document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IN" sz="2000" dirty="0"/>
              <a:t>Stores data as documents (JSON/BSON/XML)</a:t>
            </a:r>
          </a:p>
          <a:p>
            <a:r>
              <a:rPr lang="en-IN" sz="2000" dirty="0"/>
              <a:t>Schema flexible</a:t>
            </a:r>
          </a:p>
          <a:p>
            <a:r>
              <a:rPr lang="en-IN" sz="2000" dirty="0"/>
              <a:t>Part of NoSQL family</a:t>
            </a:r>
          </a:p>
          <a:p>
            <a:r>
              <a:rPr lang="en-IN" sz="2000" b="1" dirty="0"/>
              <a:t>📘 JSON – Definition</a:t>
            </a:r>
          </a:p>
          <a:p>
            <a:r>
              <a:rPr lang="en-IN" sz="2000" b="1" dirty="0"/>
              <a:t>JSON (JavaScript Object Notation)</a:t>
            </a:r>
            <a:br>
              <a:rPr lang="en-IN" sz="2000" dirty="0"/>
            </a:br>
            <a:r>
              <a:rPr lang="en-IN" sz="2000" dirty="0"/>
              <a:t>👉 Lightweight data format</a:t>
            </a:r>
            <a:br>
              <a:rPr lang="en-IN" sz="2000" dirty="0"/>
            </a:br>
            <a:r>
              <a:rPr lang="en-IN" sz="2000" dirty="0"/>
              <a:t>👉 Human readable</a:t>
            </a:r>
            <a:br>
              <a:rPr lang="en-IN" sz="2000" dirty="0"/>
            </a:br>
            <a:r>
              <a:rPr lang="en-IN" sz="2000" dirty="0"/>
              <a:t>👉 Key–Value pairs lo </a:t>
            </a:r>
            <a:r>
              <a:rPr lang="en-IN" sz="2000" dirty="0" err="1"/>
              <a:t>untundhi</a:t>
            </a:r>
            <a:br>
              <a:rPr lang="en-IN" sz="2000" dirty="0"/>
            </a:br>
            <a:r>
              <a:rPr lang="en-IN" sz="2000" dirty="0"/>
              <a:t>👉 Mostly APIs &amp; NoSQL databases lo use </a:t>
            </a:r>
            <a:r>
              <a:rPr lang="en-IN" sz="2000" dirty="0" err="1"/>
              <a:t>chestharu</a:t>
            </a:r>
            <a:endParaRPr lang="en-IN" sz="2000" dirty="0"/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  "name": "Mahendher",</a:t>
            </a:r>
          </a:p>
          <a:p>
            <a:r>
              <a:rPr lang="en-IN" sz="2000" dirty="0"/>
              <a:t>  "age": 26,</a:t>
            </a:r>
          </a:p>
          <a:p>
            <a:r>
              <a:rPr lang="en-IN" sz="2000" dirty="0"/>
              <a:t>  "skills": ["Python", "Django"]</a:t>
            </a:r>
          </a:p>
          <a:p>
            <a:r>
              <a:rPr lang="en-IN" sz="2000" dirty="0"/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129E-9402-4524-A149-368C9E06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📗 BSON – </a:t>
            </a:r>
            <a:r>
              <a:rPr lang="en-US" altLang="en-US" sz="3300" b="1" dirty="0">
                <a:latin typeface="Arial" panose="020B0604020202020204" pitchFamily="34" charset="0"/>
              </a:rPr>
              <a:t>Definition</a:t>
            </a:r>
            <a:br>
              <a:rPr lang="en-US" altLang="en-US" b="1" dirty="0">
                <a:latin typeface="Arial" panose="020B0604020202020204" pitchFamily="34" charset="0"/>
              </a:rPr>
            </a:br>
            <a:r>
              <a:rPr lang="en-US" altLang="en-US" b="1" dirty="0">
                <a:latin typeface="Arial" panose="020B0604020202020204" pitchFamily="34" charset="0"/>
              </a:rPr>
              <a:t>BSON (Binary JSON)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F72D07-627C-401C-AB58-E53B6363E0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9905" y="2173228"/>
            <a:ext cx="54093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JSON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binary version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MongoDB lo internally use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chestharu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Faster processing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Extra data types support (date, binary,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(conceptual):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name: "Mahendher"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age: 26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BSON is a binary representation of JSON used mainly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in MongoDB for fast data storage.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71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7A13-BD86-4C58-959B-088363A2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/>
              <a:t>📙 XML – Definition</a:t>
            </a:r>
            <a:br>
              <a:rPr lang="en-IN" sz="3000" b="1" dirty="0"/>
            </a:br>
            <a:r>
              <a:rPr lang="en-IN" sz="3000" b="1" dirty="0"/>
              <a:t>XML (</a:t>
            </a:r>
            <a:r>
              <a:rPr lang="en-IN" sz="3000" b="1" dirty="0" err="1"/>
              <a:t>eXtensible</a:t>
            </a:r>
            <a:r>
              <a:rPr lang="en-IN" sz="3000" b="1" dirty="0"/>
              <a:t> </a:t>
            </a:r>
            <a:r>
              <a:rPr lang="en-IN" sz="3000" b="1" dirty="0" err="1"/>
              <a:t>Markup</a:t>
            </a:r>
            <a:r>
              <a:rPr lang="en-IN" sz="3000" b="1" dirty="0"/>
              <a:t> Language)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20BEF-AE2C-4702-8FED-3BDF2B30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br>
              <a:rPr lang="en-IN" sz="1700" dirty="0"/>
            </a:br>
            <a:r>
              <a:rPr lang="en-IN" sz="1700" dirty="0"/>
              <a:t>👉 Tag based structure</a:t>
            </a:r>
            <a:br>
              <a:rPr lang="en-IN" sz="1700" dirty="0"/>
            </a:br>
            <a:r>
              <a:rPr lang="en-IN" sz="1700" dirty="0"/>
              <a:t>👉 Old data exchange format</a:t>
            </a:r>
            <a:br>
              <a:rPr lang="en-IN" sz="1700" dirty="0"/>
            </a:br>
            <a:r>
              <a:rPr lang="en-IN" sz="1700" dirty="0"/>
              <a:t>👉 Heavy compared to JSON</a:t>
            </a:r>
            <a:br>
              <a:rPr lang="en-IN" sz="1700" dirty="0"/>
            </a:br>
            <a:r>
              <a:rPr lang="en-IN" sz="1700" dirty="0"/>
              <a:t>👉 Opening &amp; closing tags </a:t>
            </a:r>
            <a:r>
              <a:rPr lang="en-IN" sz="1700" dirty="0" err="1"/>
              <a:t>untayi</a:t>
            </a:r>
            <a:endParaRPr lang="en-IN" sz="1700" dirty="0"/>
          </a:p>
          <a:p>
            <a:r>
              <a:rPr lang="en-IN" sz="1700" b="1" dirty="0"/>
              <a:t>Example:</a:t>
            </a:r>
            <a:r>
              <a:rPr lang="en-US" sz="1700" b="1" dirty="0"/>
              <a:t> &lt;student&gt;</a:t>
            </a:r>
          </a:p>
          <a:p>
            <a:r>
              <a:rPr lang="en-US" sz="1700" b="1" dirty="0"/>
              <a:t>  &lt;name&gt;Mahendher&lt;/name&gt;</a:t>
            </a:r>
          </a:p>
          <a:p>
            <a:r>
              <a:rPr lang="en-US" sz="1700" b="1" dirty="0"/>
              <a:t>  &lt;age&gt;26&lt;/age&gt;</a:t>
            </a:r>
          </a:p>
          <a:p>
            <a:r>
              <a:rPr lang="en-US" sz="1700" b="1" dirty="0"/>
              <a:t>&lt;/student&gt;</a:t>
            </a:r>
          </a:p>
          <a:p>
            <a:endParaRPr lang="en-US" sz="1700" b="1" dirty="0"/>
          </a:p>
          <a:p>
            <a:r>
              <a:rPr lang="en-US" sz="1700" b="1" dirty="0"/>
              <a:t>Xml is a </a:t>
            </a:r>
            <a:r>
              <a:rPr lang="en-US" sz="1800" dirty="0"/>
              <a:t>markup language used to store and transport data using tags.</a:t>
            </a:r>
            <a:endParaRPr lang="en-US" sz="1700" b="1" dirty="0"/>
          </a:p>
          <a:p>
            <a:endParaRPr lang="en-IN" sz="1700" b="1" dirty="0"/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05361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26DFB-453E-4B94-B239-03891F3E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JSON vs BSON vs XML (Differences)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2152DE-B83E-479C-A763-97D95314BA1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583021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009904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63152878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127762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75549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27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606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Readable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56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942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905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Used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APIs, NoSQL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Old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802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Key–Value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Binary key–value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427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16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19EC-E60F-46A5-A6A2-08E3189E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SQL vs Document NoSQL –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2BE3AB-F5D4-4C6B-A35B-BA7D30D0C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055966"/>
              </p:ext>
            </p:extLst>
          </p:nvPr>
        </p:nvGraphicFramePr>
        <p:xfrm>
          <a:off x="457200" y="2262981"/>
          <a:ext cx="8229600" cy="4052091"/>
        </p:xfrm>
        <a:graphic>
          <a:graphicData uri="http://schemas.openxmlformats.org/drawingml/2006/table">
            <a:tbl>
              <a:tblPr/>
              <a:tblGrid>
                <a:gridCol w="2528888">
                  <a:extLst>
                    <a:ext uri="{9D8B030D-6E8A-4147-A177-3AD203B41FA5}">
                      <a16:colId xmlns:a16="http://schemas.microsoft.com/office/drawing/2014/main" val="1987540449"/>
                    </a:ext>
                  </a:extLst>
                </a:gridCol>
                <a:gridCol w="2957512">
                  <a:extLst>
                    <a:ext uri="{9D8B030D-6E8A-4147-A177-3AD203B41FA5}">
                      <a16:colId xmlns:a16="http://schemas.microsoft.com/office/drawing/2014/main" val="46987721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54857880"/>
                    </a:ext>
                  </a:extLst>
                </a:gridCol>
              </a:tblGrid>
              <a:tr h="810419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SQL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Document NoSQL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46892"/>
                  </a:ext>
                </a:extLst>
              </a:tr>
              <a:tr h="463096">
                <a:tc>
                  <a:txBody>
                    <a:bodyPr/>
                    <a:lstStyle/>
                    <a:p>
                      <a:r>
                        <a:rPr lang="en-IN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Tables &amp;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Collections &amp;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404917"/>
                  </a:ext>
                </a:extLst>
              </a:tr>
              <a:tr h="463096">
                <a:tc>
                  <a:txBody>
                    <a:bodyPr/>
                    <a:lstStyle/>
                    <a:p>
                      <a:r>
                        <a:rPr lang="en-IN"/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Fixed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Flexible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603931"/>
                  </a:ext>
                </a:extLst>
              </a:tr>
              <a:tr h="463096">
                <a:tc>
                  <a:txBody>
                    <a:bodyPr/>
                    <a:lstStyle/>
                    <a:p>
                      <a:r>
                        <a:rPr lang="en-IN"/>
                        <a:t>Data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JSON / BSON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779996"/>
                  </a:ext>
                </a:extLst>
              </a:tr>
              <a:tr h="463096">
                <a:tc>
                  <a:txBody>
                    <a:bodyPr/>
                    <a:lstStyle/>
                    <a:p>
                      <a:r>
                        <a:rPr lang="en-IN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Horizontal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435140"/>
                  </a:ext>
                </a:extLst>
              </a:tr>
              <a:tr h="463096">
                <a:tc>
                  <a:txBody>
                    <a:bodyPr/>
                    <a:lstStyle/>
                    <a:p>
                      <a:r>
                        <a:rPr lang="en-IN"/>
                        <a:t>Relations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Foreign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Embedded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894085"/>
                  </a:ext>
                </a:extLst>
              </a:tr>
              <a:tr h="463096">
                <a:tc>
                  <a:txBody>
                    <a:bodyPr/>
                    <a:lstStyle/>
                    <a:p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381749"/>
                  </a:ext>
                </a:extLst>
              </a:tr>
              <a:tr h="463096">
                <a:tc>
                  <a:txBody>
                    <a:bodyPr/>
                    <a:lstStyle/>
                    <a:p>
                      <a:r>
                        <a:rPr lang="en-IN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MySQL, 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MongoDB, CouchDB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82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83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Schema-less</a:t>
            </a:r>
          </a:p>
          <a:p>
            <a:r>
              <a:t>Scalable</a:t>
            </a:r>
          </a:p>
          <a:p>
            <a:r>
              <a:t>High Performance</a:t>
            </a:r>
          </a:p>
          <a:p>
            <a:r>
              <a:t>Stores data in documents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Document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MongoDB</a:t>
            </a:r>
          </a:p>
          <a:p>
            <a:r>
              <a:rPr dirty="0"/>
              <a:t>CouchDB</a:t>
            </a:r>
          </a:p>
          <a:p>
            <a:r>
              <a:rPr dirty="0"/>
              <a:t>Firebase </a:t>
            </a:r>
            <a:r>
              <a:rPr dirty="0" err="1"/>
              <a:t>Firestore</a:t>
            </a:r>
            <a:endParaRPr dirty="0"/>
          </a:p>
          <a:p>
            <a:r>
              <a:rPr dirty="0"/>
              <a:t>Amazon </a:t>
            </a:r>
            <a:r>
              <a:rPr dirty="0" err="1"/>
              <a:t>DocumentDB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Applications</a:t>
            </a:r>
          </a:p>
          <a:p>
            <a:r>
              <a:t>Mobile Apps</a:t>
            </a:r>
          </a:p>
          <a:p>
            <a:r>
              <a:t>Real-time Systems</a:t>
            </a:r>
          </a:p>
          <a:p>
            <a:r>
              <a:t>Content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 "name":"Mahendher", "age":26, "skills":["Python","Django"]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scale</a:t>
            </a:r>
          </a:p>
          <a:p>
            <a:r>
              <a:t>Flexible structure</a:t>
            </a:r>
          </a:p>
          <a:p>
            <a:r>
              <a:t>Fast queries</a:t>
            </a:r>
          </a:p>
          <a:p>
            <a:r>
              <a:t>Developer friendly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good for complex joins</a:t>
            </a:r>
          </a:p>
          <a:p>
            <a:r>
              <a:t>Memory usage high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 Tables &amp; Rows</a:t>
            </a:r>
          </a:p>
          <a:p>
            <a:r>
              <a:t>Document DB: JSON Documents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5104-D484-4865-B33B-1E641EF7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77646A-457B-4FD0-8FEF-61B504AA5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4" y="0"/>
            <a:ext cx="9117806" cy="6858000"/>
          </a:xfrm>
        </p:spPr>
      </p:pic>
    </p:spTree>
    <p:extLst>
      <p:ext uri="{BB962C8B-B14F-4D97-AF65-F5344CB8AC3E}">
        <p14:creationId xmlns:p14="http://schemas.microsoft.com/office/powerpoint/2010/main" val="1237811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3B4BA-02D4-462C-85A8-5E6001E59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E5DD24-3245-4A03-B922-6C964BE6A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3356" y="-142875"/>
            <a:ext cx="8777287" cy="700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 B. Mahendher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233</Words>
  <Application>Microsoft Office PowerPoint</Application>
  <PresentationFormat>On-screen Show (4:3)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Document Databases</vt:lpstr>
      <vt:lpstr>What is a Document Database?</vt:lpstr>
      <vt:lpstr>📗 BSON – Definition BSON (Binary JSON)</vt:lpstr>
      <vt:lpstr>📙 XML – Definition XML (eXtensible Markup Language)</vt:lpstr>
      <vt:lpstr>JSON vs BSON vs XML (Differences)</vt:lpstr>
      <vt:lpstr>SQL vs Document NoSQL – Differences</vt:lpstr>
      <vt:lpstr>Key Features</vt:lpstr>
      <vt:lpstr>Popular Document Databases</vt:lpstr>
      <vt:lpstr>Where It Is Used</vt:lpstr>
      <vt:lpstr>Example Document</vt:lpstr>
      <vt:lpstr>Advantages</vt:lpstr>
      <vt:lpstr>Disadvantages</vt:lpstr>
      <vt:lpstr>Comparison with SQL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Databases</dc:title>
  <dc:subject/>
  <dc:creator/>
  <cp:keywords/>
  <dc:description>generated using python-pptx</dc:description>
  <cp:lastModifiedBy>Mahendher B</cp:lastModifiedBy>
  <cp:revision>8</cp:revision>
  <dcterms:created xsi:type="dcterms:W3CDTF">2013-01-27T09:14:16Z</dcterms:created>
  <dcterms:modified xsi:type="dcterms:W3CDTF">2026-01-28T05:44:43Z</dcterms:modified>
  <cp:category/>
</cp:coreProperties>
</file>